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Customer Segmentation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Using Machine Learning to Understand Customer Behavior</a:t>
            </a:r>
            <a:r>
              <a:rPr lang="en-IN" dirty="0"/>
              <a:t> using data warehouse and mining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pPr marL="0" indent="0" algn="r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GEETHA 2320030487</a:t>
            </a:r>
          </a:p>
          <a:p>
            <a:pPr marL="0" indent="0" algn="r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NIKHITHA.V 2320030075</a:t>
            </a:r>
          </a:p>
          <a:p>
            <a:pPr marL="0" indent="0" algn="r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NISHITHA.V 2320030076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segmentation groups customers based on similar characteristics.</a:t>
            </a:r>
          </a:p>
          <a:p>
            <a:r>
              <a:t>Helps businesses make data-driven decisions and improve marketing.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distinct customer groups</a:t>
            </a:r>
          </a:p>
          <a:p>
            <a:r>
              <a:t>• Analyze spending behavior</a:t>
            </a:r>
          </a:p>
          <a:p>
            <a:r>
              <a:t>• Improve targeting and personalization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Pandas, NumPy</a:t>
            </a:r>
          </a:p>
          <a:p>
            <a:r>
              <a:t>• Matplotlib, Seaborn</a:t>
            </a:r>
          </a:p>
          <a:p>
            <a:r>
              <a:t>• Scikit-learn</a:t>
            </a:r>
          </a:p>
          <a:p>
            <a:r>
              <a:t>• Jupyter / VS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Attributes used:</a:t>
            </a:r>
          </a:p>
          <a:p>
            <a:r>
              <a:t>• Age</a:t>
            </a:r>
          </a:p>
          <a:p>
            <a:r>
              <a:t>• Annual Income</a:t>
            </a:r>
          </a:p>
          <a:p>
            <a:r>
              <a:t>• Spending Score</a:t>
            </a:r>
          </a:p>
          <a:p>
            <a:endParaRPr/>
          </a:p>
          <a:p>
            <a:r>
              <a:t>Dataset cleaned and preprocessed before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Cleaning</a:t>
            </a:r>
          </a:p>
          <a:p>
            <a:r>
              <a:t>• Exploratory Data Analysis</a:t>
            </a:r>
          </a:p>
          <a:p>
            <a:r>
              <a:t>• Feature Selection</a:t>
            </a:r>
          </a:p>
          <a:p>
            <a:r>
              <a:t>• K-Means Clustering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K-Means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Groups data into K clusters</a:t>
            </a:r>
          </a:p>
          <a:p>
            <a:r>
              <a:t>• Based on similarity (distance)</a:t>
            </a:r>
          </a:p>
          <a:p>
            <a:r>
              <a:t>• Requires choosing optimal 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Selecting optimal number of clusters</a:t>
            </a:r>
          </a:p>
          <a:p>
            <a:r>
              <a:t>• Handling noisy or missing data</a:t>
            </a:r>
          </a:p>
          <a:p>
            <a:r>
              <a:t>• Interpreting clusters</a:t>
            </a:r>
          </a:p>
          <a:p>
            <a:r>
              <a:t>• Algorithm limitations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Elbow Method for K</a:t>
            </a:r>
          </a:p>
          <a:p>
            <a:r>
              <a:t>• Data preprocessing and normalization</a:t>
            </a:r>
          </a:p>
          <a:p>
            <a:r>
              <a:t>• Visualization for interpretation</a:t>
            </a:r>
          </a:p>
          <a:p>
            <a:r>
              <a:t>• Tested multiple cluster values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Clear customer segments identified</a:t>
            </a:r>
          </a:p>
          <a:p>
            <a:r>
              <a:t>• High-value vs low-value groups</a:t>
            </a:r>
          </a:p>
          <a:p>
            <a:r>
              <a:t>• Useful insights for marketing strategies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income + low spending → target offers</a:t>
            </a:r>
          </a:p>
          <a:p>
            <a:r>
              <a:t>• Low income + high spending → frequent buyers</a:t>
            </a:r>
          </a:p>
          <a:p>
            <a:r>
              <a:t>• Personalized marketing possible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segmentation helps businesses understand users better</a:t>
            </a:r>
          </a:p>
          <a:p>
            <a:r>
              <a:t>and make smarter, data-driven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226</Words>
  <Application>Microsoft Office PowerPoint</Application>
  <PresentationFormat>On-screen Show (4:3)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Customer Segmentation </vt:lpstr>
      <vt:lpstr>Introduction</vt:lpstr>
      <vt:lpstr>Objective</vt:lpstr>
      <vt:lpstr>Tools &amp; Technologies</vt:lpstr>
      <vt:lpstr>Dataset</vt:lpstr>
      <vt:lpstr>Methodology</vt:lpstr>
      <vt:lpstr>K-Means Algorithm</vt:lpstr>
      <vt:lpstr>Challenges</vt:lpstr>
      <vt:lpstr>Solutions</vt:lpstr>
      <vt:lpstr>Results</vt:lpstr>
      <vt:lpstr>Business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geethabhagyasree9@gmail.com</cp:lastModifiedBy>
  <cp:revision>2</cp:revision>
  <dcterms:created xsi:type="dcterms:W3CDTF">2013-01-27T09:14:16Z</dcterms:created>
  <dcterms:modified xsi:type="dcterms:W3CDTF">2026-04-24T09:10:24Z</dcterms:modified>
  <cp:category/>
</cp:coreProperties>
</file>